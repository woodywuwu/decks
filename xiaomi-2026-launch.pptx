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73152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XIAOMI · 2026 FLAGSHIP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01 / 05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PRODUCT LAUNCH · CREATIVE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200" b="0">
                <a:solidFill>
                  <a:srgbClr val="FFFFFF"/>
                </a:solidFill>
              </a:defRPr>
            </a:pPr>
            <a:r>
              <a:t>小米2026 旗舰发布会</a:t>
            </a:r>
            <a:br/>
            <a:r>
              <a:t>重新定义「快」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32004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BBBBB"/>
                </a:solidFill>
              </a:defRPr>
            </a:pPr>
            <a:r>
              <a:t>以「速度」为创意母题，打造一场融合科技美学与感官冲击的旗舰产品首秀。</a:t>
            </a:r>
            <a:br/>
            <a:r>
              <a:t>从硬件参数到用户体验，每一帧都在证明：这就是最快的 Android 旗舰。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Youngs Group · 创意方案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035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2026.06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02 / 05 · 品牌洞察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BRAND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D0D0D"/>
                </a:solidFill>
              </a:defRPr>
            </a:pPr>
            <a:r>
              <a:t>小米高端化的三个支点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6900"/>
                </a:solidFill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高端机增速领先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小米15系列首销同比增长60%+</a:t>
            </a:r>
            <a:br/>
            <a:r>
              <a:t>6000元以上价位段站稳脚跟</a:t>
            </a:r>
            <a:br/>
            <a:r>
              <a:t>品牌溢价能力显著提升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6900"/>
                </a:solidFill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429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澎湃OS 生态互联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404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人×车×家全场景打通</a:t>
            </a:r>
            <a:br/>
            <a:r>
              <a:t>200+品类设备无感连接</a:t>
            </a:r>
            <a:br/>
            <a:r>
              <a:t>"超级小爱"AI能力全面进化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36992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6900"/>
                </a:solidFill>
              </a:defRPr>
            </a:pPr>
            <a: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429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年轻高知用户占比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8404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25-35岁一线城市用户</a:t>
            </a:r>
            <a:br/>
            <a:r>
              <a:t>占比从12%升至18%</a:t>
            </a:r>
            <a:br/>
            <a:r>
              <a:t>工程师/设计师/创业者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09728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核心洞察：小米已从「性价比之王」进化为「技术旗舰」，发布会需要建立与之匹配的高端品牌感知。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03 / 05 · 创意概念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CREATIVE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6900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</a:defRPr>
            </a:pPr>
            <a:r>
              <a:t>SPEED UNVEILED</a:t>
            </a:r>
            <a:br/>
            <a:r>
              <a:t>极速见真章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 b="0">
                <a:solidFill>
                  <a:srgbClr val="BBBBBB"/>
                </a:solidFill>
              </a:defRPr>
            </a:pPr>
            <a:r>
              <a:t>不是参数堆砌，而是一场速度的感官盛宴。用光影、声场、机械装置和真人挑战，</a:t>
            </a:r>
            <a:br/>
            <a:r>
              <a:t>让「快」变成观众能亲眼看见、亲手触碰、亲身感受的东西。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01  视觉速度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高速摄影 × 机械臂 × 激光粒子特效</a:t>
            </a:r>
            <a:br/>
            <a:r>
              <a:t>120fps 超高速摄影机捕捉产品细节</a:t>
            </a:r>
            <a:br/>
            <a:r>
              <a:t>机械臂开场撕开LED屏幕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02  感官速度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杜比全景声 × 体感振动座椅</a:t>
            </a:r>
            <a:br/>
            <a:r>
              <a:t>360°环绕声场渐进加速</a:t>
            </a:r>
            <a:br/>
            <a:r>
              <a:t>观众从心跳到肾上腺素飙升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03  社交速度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闪电拆箱 × 极客挑战 × 社媒裂变</a:t>
            </a:r>
            <a:br/>
            <a:r>
              <a:t>100位KOL同步开箱直播</a:t>
            </a:r>
            <a:br/>
            <a:r>
              <a:t>#最快的手机# 话题引爆全网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04 / 05 · 空间与体验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SPACE &amp;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D0D0D"/>
                </a:solidFill>
              </a:defRPr>
            </a:pPr>
            <a:r>
              <a:t>发布会空间设计：三段式速度叙事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0972800" cy="201168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  <a:latin typeface="Menlo"/>
              </a:defRPr>
            </a:pPr>
            <a:r>
              <a:t>⚠️ 主效果图由 AI 生成后插入此区域（dreamina / anygen-image）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提示词: 小米2026旗舰发布会舞台设计效果图，黑色主色调+橙色光带，</a:t>
            </a:r>
            <a:br/>
            <a:r>
              <a:t>三块悬浮式LED巨幕，机械臂装置，沉浸式光影隧道入口，写实建筑渲染，16:9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A · 极速入场区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光速隧道 → 120m LED环幕</a:t>
            </a:r>
            <a:br/>
            <a:r>
              <a:t>观众穿过动态光影走廊</a:t>
            </a:r>
            <a:br/>
            <a:r>
              <a:t>心率与速度的第一次接触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4389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4526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B · 主舞台区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4892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三块悬浮式透明LED</a:t>
            </a:r>
            <a:br/>
            <a:r>
              <a:t>可升降机械臂 × 激光矩阵</a:t>
            </a:r>
            <a:br/>
            <a:r>
              <a:t>360°环绕音响系统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4389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4526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C · 体验交互区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4892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真机盲测挑战</a:t>
            </a:r>
            <a:br/>
            <a:r>
              <a:t>120fps摄影棚体验</a:t>
            </a:r>
            <a:br/>
            <a:r>
              <a:t>闪电开箱直播区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场地建议：北京国家会议中心 · 2000座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852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CCCCC"/>
                </a:solidFill>
              </a:defRPr>
            </a:pPr>
            <a:r>
              <a:t>▸ 面积 ≥ 1500㎡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852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CCCCC"/>
                </a:solidFill>
              </a:defRPr>
            </a:pPr>
            <a:r>
              <a:t>▸ 层高 ≥ 12m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5852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CCCCC"/>
                </a:solidFill>
              </a:defRPr>
            </a:pPr>
            <a:r>
              <a:t>▸ 承重 ≥ 500kg/㎡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05 / 05 · 闭幕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WHY XIAOMI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600" b="0">
                <a:solidFill>
                  <a:srgbClr val="FFFFFF"/>
                </a:solidFill>
              </a:defRPr>
            </a:pPr>
            <a:r>
              <a:t>快，不是参数。</a:t>
            </a:r>
            <a:br/>
            <a:r>
              <a:t>快，是一种情绪。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 b="0">
                <a:solidFill>
                  <a:srgbClr val="BBBBBB"/>
                </a:solidFill>
              </a:defRPr>
            </a:pPr>
            <a:r>
              <a:t>当观众走出会场，他们记住的不是主频和跑分，</a:t>
            </a:r>
            <a:br/>
            <a:r>
              <a:t>而是心跳加速的那一刻。</a:t>
            </a:r>
            <a:br/>
            <a:r>
              <a:t>这就是 SPEED UNVEILED 要做的事。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50292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Youngs Group · 创意群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943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2026.06 ·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47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3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4630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0D0D"/>
                </a:solidFill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508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t>确认创意方向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202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核心团队对齐 Big Idea 及</a:t>
            </a:r>
            <a:br/>
            <a:r>
              <a:t>视觉调性，启动设计执行。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834640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72384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0D0D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1810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t>技术可行性评估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52958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机械臂、激光装置、环绕</a:t>
            </a:r>
            <a:br/>
            <a:r>
              <a:t>音响供应商三方比价。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443984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681728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72744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6900"/>
                </a:solidFill>
              </a:defRPr>
            </a:pPr>
            <a:r>
              <a:t>KOL 矩阵排期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13892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100位科技数码KOL锁定</a:t>
            </a:r>
            <a:br/>
            <a:r>
              <a:t>发布会当天档期。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6053328"/>
            <a:ext cx="50292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64008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→ END · XIAOMI 2026 LAUNCH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